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WMS — demonstracja procesu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Panel web + aplikacja mobilna (Flutter)</a:t>
            </a:r>
          </a:p>
          <a:p>
            <a:pPr>
              <a:defRPr sz="1800"/>
            </a:pPr>
            <a:r>
              <a:t>Krok po kroku — materiał dla promotora</a:t>
            </a:r>
          </a:p>
          <a:p>
            <a:pPr>
              <a:defRPr sz="1800"/>
            </a:pPr>
            <a:r>
              <a:t>WMS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Zakres prezentacji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• Web: logowanie → PZ (przyjęcie, put-away) → MM → RW → stany → rejestr → audit → raporty → użytkownicy</a:t>
            </a:r>
          </a:p>
          <a:p>
            <a:pPr>
              <a:defRPr sz="1800"/>
            </a:pPr>
            <a:r>
              <a:t>• Mobilka: logowanie i realizacja zadań / dokumentów przy tym samym API</a:t>
            </a:r>
          </a:p>
          <a:p>
            <a:pPr>
              <a:defRPr sz="1800"/>
            </a:pPr>
            <a:r>
              <a:t>Szczegółowy scenariusz live: prezentacja_demo/SKRYPT_DEMO.md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1. Panel web — logowanie</a:t>
            </a:r>
          </a:p>
        </p:txBody>
      </p:sp>
      <p:pic>
        <p:nvPicPr>
          <p:cNvPr id="3" name="Picture 2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Kod 5 cyfr + hasło; dostęp do modułów wg roli (RBAC).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2. Pulpit</a:t>
            </a:r>
          </a:p>
        </p:txBody>
      </p:sp>
      <p:pic>
        <p:nvPicPr>
          <p:cNvPr id="3" name="Picture 2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Podsumowanie: produkty, zadania, dokumenty; szybki start procesów magazynowych.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3. Przyjęcia (PZ) — lista</a:t>
            </a:r>
          </a:p>
        </p:txBody>
      </p:sp>
      <p:pic>
        <p:nvPicPr>
          <p:cNvPr id="3" name="Picture 2" descr="03_pz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Dokumenty przyjęć ze statusami; kolejne kroki: rejestracja na bufor, rozmieszczenie.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4. Nowe PZ — formularz</a:t>
            </a:r>
          </a:p>
        </p:txBody>
      </p:sp>
      <p:pic>
        <p:nvPicPr>
          <p:cNvPr id="3" name="Picture 2" descr="04_pz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Wybór dostawcy, pozycji, lokalizacji odłożenia; utworzenie dokumentu.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5. PZ utworzone</a:t>
            </a:r>
          </a:p>
        </p:txBody>
      </p:sp>
      <p:pic>
        <p:nvPicPr>
          <p:cNvPr id="3" name="Picture 2" descr="05_pz_lista_now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Nowy dokument na liście; przejście do rejestracji na strefie przyjęć.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6. PZ w trakcie</a:t>
            </a:r>
          </a:p>
        </p:txBody>
      </p:sp>
      <p:pic>
        <p:nvPicPr>
          <p:cNvPr id="3" name="Picture 2" descr="06_pz_w_trakc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Po rejestracji: towar na buforze, zadania put-away gotowe do realizacji.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7. Rozmieszczanie (put-away) — lista</a:t>
            </a:r>
          </a:p>
        </p:txBody>
      </p:sp>
      <p:pic>
        <p:nvPicPr>
          <p:cNvPr id="3" name="Picture 2" descr="07_putaway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Zadania przeniesienia z bufora na lokalizacje docelowe.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8. Krok po kroku odłożenia</a:t>
            </a:r>
          </a:p>
        </p:txBody>
      </p:sp>
      <p:pic>
        <p:nvPicPr>
          <p:cNvPr id="3" name="Picture 2" descr="08_putaway_st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Proces dla magazyniera: pobranie → przeniesienie → potwierdzenie.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9. PZ zakończone</a:t>
            </a:r>
          </a:p>
        </p:txBody>
      </p:sp>
      <p:pic>
        <p:nvPicPr>
          <p:cNvPr id="3" name="Picture 2" descr="09_pz_zakoncz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Dokument zamknięty po zrealizowaniu odłożeń; spójność ze stanami.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10. Przesunięcia (MM)</a:t>
            </a:r>
          </a:p>
        </p:txBody>
      </p:sp>
      <p:pic>
        <p:nvPicPr>
          <p:cNvPr id="3" name="Picture 2" descr="10_mm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Przesunięcia wewnętrzne między lokalizacjami; zatwierdzenie i zadania MOVE.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11. Wydania (RW)</a:t>
            </a:r>
          </a:p>
        </p:txBody>
      </p:sp>
      <p:pic>
        <p:nvPicPr>
          <p:cNvPr id="3" name="Picture 2" descr="11_rw_l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Wydanie z jawnej lokalizacji pobrania i odbiorcy ze słownika; zatwierdzenie i kompletacja.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12. Stany magazynowe</a:t>
            </a:r>
          </a:p>
        </p:txBody>
      </p:sp>
      <p:pic>
        <p:nvPicPr>
          <p:cNvPr id="3" name="Picture 2" descr="12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Widok ilości per produkt i lokalizacja (np. AVAILABLE / BLOCKED).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13. Rejestr ruchów</a:t>
            </a:r>
          </a:p>
        </p:txBody>
      </p:sp>
      <p:pic>
        <p:nvPicPr>
          <p:cNvPr id="3" name="Picture 2" descr="13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Nieedytowalna historia ruchów powiązana z operacjami.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14. Dziennik zdarzeń (audit)</a:t>
            </a:r>
          </a:p>
        </p:txBody>
      </p:sp>
      <p:pic>
        <p:nvPicPr>
          <p:cNvPr id="3" name="Picture 2" descr="14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Kto, kiedy, co zrobił w systemie — wsparcie dla nadzoru i zgodności.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15. Raporty</a:t>
            </a:r>
          </a:p>
        </p:txBody>
      </p:sp>
      <p:pic>
        <p:nvPicPr>
          <p:cNvPr id="3" name="Picture 2" descr="15_rapo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Eksporty (np. CSV/XLSX) dla analiz i zestawień.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16. Użytkownicy i role</a:t>
            </a:r>
          </a:p>
        </p:txBody>
      </p:sp>
      <p:pic>
        <p:nvPicPr>
          <p:cNvPr id="3" name="Picture 2" descr="16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Administracja kontami; macierz uprawnień (ADMIN, MANAGER, FOREMAN, WORKER).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17. Aplikacja mobilna (Flutter) — logowanie</a:t>
            </a:r>
          </a:p>
        </p:txBody>
      </p:sp>
      <p:pic>
        <p:nvPicPr>
          <p:cNvPr id="3" name="Picture 2" descr="flutter_work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Ten sam backend API; na fizycznym telefonie adres serwera = IP komputera (nie 127.0.0.1).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13687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4C5C"/>
                </a:solidFill>
              </a:defRPr>
            </a:pPr>
            <a:r>
              <a:t>18. Aplikacja mobilna — praca w terenie</a:t>
            </a:r>
          </a:p>
        </p:txBody>
      </p:sp>
      <p:pic>
        <p:nvPicPr>
          <p:cNvPr id="3" name="Picture 2" descr="flutter_work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11368735" cy="4407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Zadania, PZ, MM, RW, podgląd stanu; spójność z panelem webowym.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