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Logowanie 5-cyfrowym kodem operatora + hasło. JWT z auto-odświeżaniem sesji.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Dashboard pokazuje aktualny stan magazynu. „Zablokowany towar 3” to historyczne wpisy z fazy beta.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Każdy dokument ma ścieżkę życia. Zielony = zakończony, pomarańczowy = w toku, szary = świeży.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Kluczowa zmiana: w PZ od razu wskazujesz lokalizację docelową. To eliminuje „zgubiony towar na buforze”.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Dokument istnieje, ale stock jeszcze nie został zaksięgowany. To stan oczekiwania na fizyczne potwierdzenie odbioru.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Jedno kliknięcie wykonuje zatwierdzenie + księgowanie + utworzenie zadania. To realistyczny scenariusz: dostawca przywiózł, ale jeszcze nie odłożono.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 pracuje magazynier — widzi dokładnie co i skąd dokąd przenieść.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Stepper wymusza dyscyplinę procesu — magazynier nie pominie kroku.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Najważniejsze: dokument zamyka się sam, gdy fizyczna praca jest wykonana — nie przez „udajemy że zrobione”.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MM zasila strefę pickingową. Bez tego nie można pobrać towaru do wydania.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RW pobiera towar wyłącznie ze strefy pickingowej. To zabezpieczenie przed wydaniem czegoś co jest w głębi magazynu.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Pełna transparentność: w każdej chwili widać ile czego i gdzie jest.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księga magazynowa. Niezmienialna historia ruchów — wymaganie audytowe.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Każdy klik użytkownika jest zapisywany. Można odtworzyć incydent.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Eksporty potrzebne dla księgowości i kontroli. XLSX otwiera się w Excelu bez konwersji.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Zarządzanie użytkownikami z RBAC. Nowy pracownik dostaje mail z linkiem — sam ustawia sobie hasło.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Cały cykl od dostawcy do klienta jest zamknięty, audytowalny i wieloplatformowy.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457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</a:rPr>
              <a:t>WMS — Demo systemu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FD8DC"/>
                </a:solidFill>
              </a:rPr>
              <a:t>Pełen przepływ: Przyjęcie → Rozmieszczenie → Przesunięcie → Wydanie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</a:rPr>
              <a:t>•  Backend: FastAPI + MySQL + SQLAlchemy + Alembic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</a:rPr>
              <a:t>•  Frontend: React 19 + TypeScript + Material-UI + Vite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</a:rPr>
              <a:t>•  Mobilka: Flutter (iOS + Android), skaner kodów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</a:rPr>
              <a:t>•  Audit Log + Stock Ledger + JWT + zarządzanie rolami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1. Logowanie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731520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Krok: otwórz http://localhost:5173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Kod logowania: 00001 (admin)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Hasło: MojeHasloAdmina2026!WMS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Klik: Zaloguj się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0" y="1188720"/>
            <a:ext cx="5852160" cy="5029200"/>
          </a:xfrm>
          <a:prstGeom prst="rect">
            <a:avLst/>
          </a:prstGeom>
          <a:solidFill>
            <a:srgbClr val="05101F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280160"/>
            <a:ext cx="5669280" cy="40230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2. Pulpit (Dashboard)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731520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Liczniki na żywo: produkty, zadania, dokumenty, blokady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Auto-refresh co 2 minuty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Z prawej: przełącznik motywu + wylogowanie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0" y="1188720"/>
            <a:ext cx="5852160" cy="5029200"/>
          </a:xfrm>
          <a:prstGeom prst="rect">
            <a:avLst/>
          </a:prstGeom>
          <a:solidFill>
            <a:srgbClr val="05101F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280160"/>
            <a:ext cx="5669280" cy="40230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3. Lista PZ — Przyjęcia zewnętrzne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731520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Kliknij: Operacje → Przyjęcia (PZ) lub /documents/pz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Widoczne wszystkie przyjęcia + status: Nowy / W trakcie / Zakończony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Po prawej akcje wprost w wierszu: Zarejestruj / Rozmieść / Podgląd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0" y="1188720"/>
            <a:ext cx="5852160" cy="5029200"/>
          </a:xfrm>
          <a:prstGeom prst="rect">
            <a:avLst/>
          </a:prstGeom>
          <a:solidFill>
            <a:srgbClr val="05101F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_pz_lis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280160"/>
            <a:ext cx="5669280" cy="40230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4. Tworzenie nowego PZ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731520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Klik: + Nowe przyjęcie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Dostawca: SUP-001 — Northwind Supplies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Produkt: PRD-0001 (Moduł podstawowy X)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Odłożenie: STO-01 (już teraz wskazujesz, gdzie towar ma trafić)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Ilość: 1 → Utwórz dokument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0" y="1188720"/>
            <a:ext cx="5852160" cy="5029200"/>
          </a:xfrm>
          <a:prstGeom prst="rect">
            <a:avLst/>
          </a:prstGeom>
          <a:solidFill>
            <a:srgbClr val="05101F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_pz_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280160"/>
            <a:ext cx="5669280" cy="40230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5. PZ utworzony — status „Nowy”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731520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Nowy dokument PZ/2026/025 trafia na górę listy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Status: Nowy (jeszcze towar fizycznie nie przyjęty)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W kolumnie Akcje: zielony przycisk „Zarejestruj”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0" y="1188720"/>
            <a:ext cx="5852160" cy="5029200"/>
          </a:xfrm>
          <a:prstGeom prst="rect">
            <a:avLst/>
          </a:prstGeom>
          <a:solidFill>
            <a:srgbClr val="05101F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_pz_lista_now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280160"/>
            <a:ext cx="5669280" cy="40230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6. Klik „Zarejestruj” → towar na buforze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731520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Stock natychmiast zapisany na REC-01 jako AVAILABLE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Wygenerowane zadanie PUTAWAY (REC-01 → STO-01)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Status PZ: W trakcie (czeka na rozmieszczenie)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0" y="1188720"/>
            <a:ext cx="5852160" cy="5029200"/>
          </a:xfrm>
          <a:prstGeom prst="rect">
            <a:avLst/>
          </a:prstGeom>
          <a:solidFill>
            <a:srgbClr val="05101F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6_pz_w_trakc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280160"/>
            <a:ext cx="5669280" cy="40230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7. Lista zadań rozmieszczania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731520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Kliknij „Rozmieść” lub przejdź do /putaway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Pierwsze zadanie u góry: Moduł podstawowy X 1 szt REC-01 → STO-01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Wcześniej zakończone zadania widoczne jako „Rozmieszczono”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0" y="1188720"/>
            <a:ext cx="5852160" cy="5029200"/>
          </a:xfrm>
          <a:prstGeom prst="rect">
            <a:avLst/>
          </a:prstGeom>
          <a:solidFill>
            <a:srgbClr val="05101F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7_putaway_lis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280160"/>
            <a:ext cx="5669280" cy="40230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8. Stepper rozmieszczenia (3 kroki)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731520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Krok 1: Pobierz z bufora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Krok 2: Przenieś na lokalizację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Krok 3: Potwierdź rozmieszczenie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Klik 3× „Następny krok / Zakończ”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0" y="1188720"/>
            <a:ext cx="5852160" cy="5029200"/>
          </a:xfrm>
          <a:prstGeom prst="rect">
            <a:avLst/>
          </a:prstGeom>
          <a:solidFill>
            <a:srgbClr val="05101F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8_putaway_step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280160"/>
            <a:ext cx="5669280" cy="40230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9. PZ zamknięty automatycznie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731520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Po wykonaniu wszystkich zadań PUTAWAY status → Zakończony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Stock przeniesiony z REC-01 na STO-01 (potwierdzone w Stanach)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Cały ślad widoczny w Audit Log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0" y="1188720"/>
            <a:ext cx="5852160" cy="5029200"/>
          </a:xfrm>
          <a:prstGeom prst="rect">
            <a:avLst/>
          </a:prstGeom>
          <a:solidFill>
            <a:srgbClr val="05101F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9_pz_zakonczon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280160"/>
            <a:ext cx="5669280" cy="40230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10. MM — Przesunięcia międzymagazynowe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731520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Kliknij: Operacje → Przesunięcia (MM)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Tworzysz: z lokalizacji STO-A-01 → do PICK-A-01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Krok: Utwórz → Zatwierdź → Wygeneruj zadania → Wykonaj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0" y="1188720"/>
            <a:ext cx="5852160" cy="5029200"/>
          </a:xfrm>
          <a:prstGeom prst="rect">
            <a:avLst/>
          </a:prstGeom>
          <a:solidFill>
            <a:srgbClr val="05101F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0_mm_lis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280160"/>
            <a:ext cx="5669280" cy="40230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11. RW — Wydania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731520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Kliknij: Operacje → Wydania (RW)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Odbiorca: Demo Klient, produkt + ilość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Krok: Utwórz → Zatwierdź → Wygeneruj zadania → PICKING wykonany przez magazyniera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0" y="1188720"/>
            <a:ext cx="5852160" cy="5029200"/>
          </a:xfrm>
          <a:prstGeom prst="rect">
            <a:avLst/>
          </a:prstGeom>
          <a:solidFill>
            <a:srgbClr val="05101F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1_rw_lis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280160"/>
            <a:ext cx="5669280" cy="40230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12. Stany magazynowe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731520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Widok aktualnego stanu na każdej lokalizacji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Statusy: Dostępny / Zablokowany / Zarezerwowany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Ostrzeżenie u góry o pozycjach zablokowanych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0" y="1188720"/>
            <a:ext cx="5852160" cy="5029200"/>
          </a:xfrm>
          <a:prstGeom prst="rect">
            <a:avLst/>
          </a:prstGeom>
          <a:solidFill>
            <a:srgbClr val="05101F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2_st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280160"/>
            <a:ext cx="5669280" cy="402307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13. Rejestr ruchów (Stock Ledger)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731520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Każda zmiana stanu = wpis w ledgerze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Przyjęcie / Rozmieszczenie / Wydanie / Przesunięcie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Powiązanie z dokumentem (PZ/MM/RW)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0" y="1188720"/>
            <a:ext cx="5852160" cy="5029200"/>
          </a:xfrm>
          <a:prstGeom prst="rect">
            <a:avLst/>
          </a:prstGeom>
          <a:solidFill>
            <a:srgbClr val="05101F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3_led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280160"/>
            <a:ext cx="5669280" cy="402307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14. Dziennik zdarzeń (Audit Log)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731520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418 zarejestrowanych zdarzeń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Kto, kiedy, jaką akcję, na jakim obiekcie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Pełna ścieżka audytowa (utworzenie / zmiana / usunięcie / login)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0" y="1188720"/>
            <a:ext cx="5852160" cy="5029200"/>
          </a:xfrm>
          <a:prstGeom prst="rect">
            <a:avLst/>
          </a:prstGeom>
          <a:solidFill>
            <a:srgbClr val="05101F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4_au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280160"/>
            <a:ext cx="5669280" cy="402307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15. Raporty (CSV / XLSX)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731520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4 raporty out-of-the-box: Stany / Historia / Realizacja / Analiza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Liczniki rekordów z liveAPI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Eksport do CSV i XLSX jednym klikiem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0" y="1188720"/>
            <a:ext cx="5852160" cy="5029200"/>
          </a:xfrm>
          <a:prstGeom prst="rect">
            <a:avLst/>
          </a:prstGeom>
          <a:solidFill>
            <a:srgbClr val="05101F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5_rapor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280160"/>
            <a:ext cx="5669280" cy="402307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16. Użytkownicy + zaproszenia mailowe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731520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Lista 15 kont z rolami: Admin / Magazynier / Brygadzista / Kierownik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+ Utwórz konto → mail z linkiem do ustawienia hasła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5-cyfrowy kod logowania generowany automatycznie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0" y="1188720"/>
            <a:ext cx="5852160" cy="5029200"/>
          </a:xfrm>
          <a:prstGeom prst="rect">
            <a:avLst/>
          </a:prstGeom>
          <a:solidFill>
            <a:srgbClr val="05101F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6_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280160"/>
            <a:ext cx="5669280" cy="402307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Podsumowanie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731520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✓ PZ → bufor → PUTAWAY → automatyczne zamknięcie dokumentu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✓ MM → potwierdzenie → MOVE task → przesunięcie międzylokalizacyjne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✓ RW → potwierdzenie → PICKING task → wydanie towaru klientowi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✓ Stock Ledger + Audit Log + raporty CSV/XLSX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✓ Wieloplatformowość: web (desktop+mobile responsive) + Flutter (iOS+Android)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•  ✓ Bezpieczeństwo: JWT, role, hash haseł, link aktywacyjny mailem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